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0891B2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Entity-Level Evaluation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Teknik Anlatım ve Örnekler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28600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Radyoloji Rapor Karşılaştırma Sistemi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365760" cy="36576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4114800"/>
            <a:ext cx="365760" cy="36576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411480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Problem: Yapısal Uyumsuzluk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Anlaşılan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"Input sayısı farklı diye zorlanıyoruz"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097280"/>
            <a:ext cx="64008" cy="137160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2344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92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Problem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983480" y="1600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rapor metninde entity'ler farklı şekilde gruplanmış olabilir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400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A — Kolay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"The heart is normal"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[Cardiomegaly:absent]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"The heart is normal"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[Cardiomegaly:absent]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 Direkt string comparison yeterli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9377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B — Zor (Entity-Level Gerekli)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93776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"Heart normal with trace effusion"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[Cardiomegaly:absent, Effusion:present]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Pred1: "The heart is normal"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Pred2: "Trace pericardial effusion noted"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Aynı entity'ler, farklı input'lar!</a:t>
            </a:r>
            <a:endParaRPr lang="en-US" sz="9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⚠ Semantic matching gerekir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Dört Senaryo: Anlam vs Format Matrisi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731520"/>
                <a:gridCol w="32004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Senaryo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Anlam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Örnek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Yorum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</a:rPr>
                        <a:t>1. İdeal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Doğru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Doğru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GT: Cardiomegaly:absent@heart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Pred: Cardiomegaly:absent@heart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Her şey mükemmel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891B2"/>
                          </a:solidFill>
                        </a:rPr>
                        <a:t>2. Kabul Edilebilir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Doğru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GT: Cardiomegaly:absent@heart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Pred: Heart enlargement:absent@cardiac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Synonym farkı, klinik olarak aynı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3. Kritik Hata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Doğru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GT: Effusion:present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Pred: Effusion:absent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String eşleşir ama presence ters! Klinik felaket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4. Tamamen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GT: Thyroid:absent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Pred: Lung lesion:present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Hem entity hem presence yanlış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4023360"/>
            <a:ext cx="64008" cy="7315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4069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Senaryo 2 → "model anlıyor ama format tutmuyor" sinyali. Evaluation sistemi bunu yüksek semantic / düşük structural olarak tespit eder.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Matching (Açgözlü Eşleştirme)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GT entity'si için tüm Pred'leri tarar, en yüksek skorluyu "kapar", o Pred bir daha kullanılamaz.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Çakışma — Greedy Devreye Girer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</a:t>
            </a:r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[Cardiomegaly, Effusion]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</a:t>
            </a:r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[Heart disease, Effusion, Cardiac enlargement]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Cardiomegaly vs Heart disease:       0.85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Cardiomegaly vs Cardiac enlargement:  0.92 ← En yüksek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Effusion vs Effusion:                 1.00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011680"/>
            <a:ext cx="3474720" cy="24688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12080" y="237744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Adım 1: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Cardiomegaly → Cardiac enlargement (0.92)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      [Cardiac enlargement kullanıldı ✓]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Adım 2: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Effusion → Effusion (1.0)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      [Effusion kullanıldı ✓]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Adım 3: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 disease eşleşemedi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         → FP (False Positive)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Merged Entity Tespiti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</a:t>
            </a:r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[Cardiomegaly:mild,  Effusion:trace]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</a:t>
            </a:r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[Cardiomegaly+Effusion:mild+trace]  (tek entity!)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Cardiomegaly GT vs Pred: 0.80 (finding match)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Effusion GT vs Pred:     0.75 (finding match)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→ Her iki GT de aynı Pred'e yüksek skor veriyor → "Merged Entity" olarak işaretlenir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017520"/>
            <a:ext cx="64008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Sorunlu Merge (Presence Çelişkisi)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Cardiomegaly: absent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Effusion: present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→ Tek entity'de iki farklı presence olamaz!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→ Presence çelişkisi kontrolü aktif olur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30175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017520"/>
            <a:ext cx="64008" cy="18288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 Edilebilir Merge (Aynı Presence)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83480" y="3474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Lymphadenopathy @ mediastinal: present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Lymphadenopathy @ hilar: present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</a:rPr>
              <a:t>→ Pred: Lymphadenopathy @ [mediastinal, hilar]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→ Klinik olarak doğru, sadece "dikkat" flag'ı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Field-wise Comparison (Alan Bazlı)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Eşleşen entity çiftlerinde (TP'lerde) her alanı ayrı ayrı kontrol eder.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64008" cy="2286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1: Finding Synonym (İyi Eşleşme)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Cardiomegaly | absent | heart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Heart enlargement | absent | heart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finding:  0.90 (SapBERT synonym)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presence: 1.00 (absent=absent)  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1.00 (heart=heart)     ✓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Overall: 0.95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64008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2: Location Uyumsuzluğu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8348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Effusion | present | pericardium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Effusion | present | heart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finding:  1.00                   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presence: 1.00                    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0.30 (farklı anatomi!) 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Overall: 0.65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371600" y="3840480"/>
            <a:ext cx="6400800" cy="10972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371600" y="3840480"/>
            <a:ext cx="64008" cy="109728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97764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9202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 — Presence Çelişkisi (KRİTİK)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920240" y="42519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Calcification:absent@coronary  |  Pred: Calcification:present@coronary  →  finding: 1.0 ✓  location: 1.0 ✓  presence: 0.0 ✗✗✗  →  Contradiction flag aktif!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SapBERT vs Semantic Embeddings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Sistemde iki farklı embedding kullanımı var — karıştırmayın!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Entity Matching → SapBERT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entity_level_evaluator.py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UMLS üzerinde eğitilmiş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Tıbbi synonym'leri en iyi yakalayan model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Sadece entity'leri eşleştirmek için kullanılır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Semantic Scoring → 4 Model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3776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multi_embedding_evaluator.py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PubMedBERT, S-PubMedBERT,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General MiniLM, NeuML</a:t>
            </a:r>
            <a:endParaRPr lang="en-US" sz="9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Eşleşmiş entity'lerin benzerliğini ölçer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Akış: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Adım 1 (SapBERT):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"Cardiomegaly" ile "Heart enlargement"ı eşleştir → skor: 0.92 &gt; 0.6 threshold → TP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Adım 2 (4 Model):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PubMedBERT: 0.998  |  S-PubMedBERT: 0.972  |  General MiniLM: 0.85  →  PubMedBERT en yüksek (tıbbi context)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TP, FP, FN: Örneklerle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Mükemmel Eşleşme: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Thyroid:absent@thyroid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Thyroid:absent@thyroid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→ Skor: 1.0 ✓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Semantic Eşleşme: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Aortic dilatation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Aortic enlargement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→ SapBERT: 0.88 &gt; 0.6 → TP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265176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4630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Hallucination (Uydurma):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[Thyroid, Heart]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[Thyroid, Heart,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Lung lesion:present]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→ GT'de yok → FP ✗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Yanlış Location: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Effusion@pericardium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Effusion@pleural space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→ Tamamen farklı lokasyon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5176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24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4630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Kaçırılan Entity: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[Cardiomegaly,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Effusion:present,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Calcification]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[Cardiomegaly,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Calcification]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→ Effusion kaçırılmış! FN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→ Klinik olarak tehlikeli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KRİTİK: FN (kaçırılan bulgu) çoğu durumda FP'den (fazladan bulgu) daha tehlikelidir — hasta tedavisiz kalabilir.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Metriğin Rolleri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hepsine ihtiyaç var?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 Ölçer?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Güvenilirlik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Klinik Validite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891B2"/>
                          </a:solidFill>
                        </a:rPr>
                        <a:t>Structural F1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Format uyumu (JSON schema)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★★★★★ Deterministik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★★ Sadece teknik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Semantic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Vektör benzerliği (Anlam yakınlığı)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★★★★ Deterministik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891B2"/>
                          </a:solidFill>
                        </a:rPr>
                        <a:t>★★★ Orta-Yüksek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580C"/>
                          </a:solidFill>
                        </a:rPr>
                        <a:t>LLM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Klinik karar (Doktor mantığı)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★★ Non-deterministic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★★★★★ Context aware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"en güvenilir" değil, "en klinik" olandır. Üçü birlikte → robust evaluation.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52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Güvenilirlik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286000" y="4251960"/>
            <a:ext cx="3200400" cy="137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Shape 7"/>
          <p:cNvSpPr/>
          <p:nvPr/>
        </p:nvSpPr>
        <p:spPr>
          <a:xfrm>
            <a:off x="2286000" y="4251960"/>
            <a:ext cx="22860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8"/>
          <p:cNvSpPr/>
          <p:nvPr/>
        </p:nvSpPr>
        <p:spPr>
          <a:xfrm>
            <a:off x="2286000" y="4251960"/>
            <a:ext cx="1097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4434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 Semantic  LLM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6692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Klinik Validite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132320" y="4251960"/>
            <a:ext cx="109728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0" y="4251960"/>
            <a:ext cx="2286000" cy="137160"/>
          </a:xfrm>
          <a:prstGeom prst="rect">
            <a:avLst/>
          </a:prstGeom>
          <a:solidFill>
            <a:srgbClr val="F59E0B">
              <a:alpha val="5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132320" y="4251960"/>
            <a:ext cx="3200400" cy="137160"/>
          </a:xfrm>
          <a:prstGeom prst="rect">
            <a:avLst/>
          </a:prstGeom>
          <a:solidFill>
            <a:srgbClr val="16A34A">
              <a:alpha val="5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En Güvenilir Değildir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LLM'in Güvenilirlik Sorunları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Tutarsızlık: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Aynı entity çiftine farklı zamanlarda farklı skorlar (temp 0.1 bile non-deterministic)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Bias: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Eğitim verisindeki yaygın hataları "normal" kabul edebilir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Domain Gap: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Radyoloji nüanslarını her zaman yakalayamaz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Rate Limit: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503 hataları — LLM her zaman erişilebilir değil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22860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+ Semantic Avantajları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1417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Deterministik: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Aynı input = her zaman aynı skor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Reproducible: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Tekrarlanabilir, bilimsel olarak valid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Systematic: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Belirli kurallara göre çalışır, rastgele değil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566160"/>
            <a:ext cx="64008" cy="12801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LLM'e Neden İhtiyaç Var?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klinik karar bağlamını anlar: "severe" vs "trace" hematom farkı, cümle düzeyinde çelişkiler, anatomik lokasyon kritikliği. Structural ve Semantic bu bağlamı yakalayamaz.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LLM'in Yakaladığı: Klinik Önem Farkları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1: Severity (Klinik Önem Sırası)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Hematoma | present | severe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Hematoma | present | trace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0" y="1417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F1:  0.80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    0.95 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    0.30  ← DÜŞÜK!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103120"/>
            <a:ext cx="777240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148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"Severe hematoma" = acil müdahale  |  "Trace hematoma" = izlem yeterli  →  LLM klinik önem farkını anlar, embedding sadece kelime benzerliğine bakar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2: Contextual Contradiction (Bağlamsal Çelişki)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"No acute findings" (tüm entity'ler absent)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"No acute findings" ama içinde [Effusion:present]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0.85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0.10 ← DÜŞÜK!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acute findings" cümlesiyle Effusion:present çelişir. LLM cümle düzeyinde anlam bütünlüğü kontrol eder — Structural/Semantic bunu göremez!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LLM'in Yakaladığı: Lokasyon Kritikliği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3: Yön/Location Kritikliği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Stenosis | LAD coronary artery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Stenosis | RCA coronary artery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0.50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0.90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0.20 ← DÜŞÜK!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7772400" cy="59436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2331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 (Left Anterior Descending) ve RCA (Right Coronary) tamamen farklı damarlar. Semantic embedding "coronary artery" kısmına odaklanıp farkı kaçırabilir. LLM: "Bu fark hayati önemde" der.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383280"/>
            <a:ext cx="64008" cy="1371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LLM'in Yakaladığı Ortak Tema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1. Klinik Önem Sırası: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severe vs trace (tedavi kararını değiştirir)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2. Bağlamsal Çelişki: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cümle seviyesinde anlam tutarsızlığı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</a:rPr>
              <a:t>3. Anatomik Lokasyon: 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farklı damar/organ = farklı klinik sonuç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Tersine: LLM Yanlış, Metrikler Doğru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Over-rating (Aşırı Puanlama)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Lesion @ liver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Mass @ liver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0.90 ("her ikisi de lezyon tipi")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0.70 (finding farklı)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0.75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Gerçek: "Lesion" (genel lezyon) vs "Mass" (kitle/tümör) radyolojide farklı protokoller gerektirir. LLM "yakın" der ama structural olarak kritik bir fark.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Under-rating (Düşük Puanlama)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14630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GT:   Pneumonia: absent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Pred: Pneumonitis: absent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0.40 ("farklı hastalıklar")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0.90 (presence match)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0.95 (PubMedBERT yakın)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Gerçek: İkisi de "akciğer inflamasyonu", sadece etiyoloji farkı. İkisinin de absent olması klinik olarak tutarlı. LLM haksız yere düşük puan verir.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4023360"/>
            <a:ext cx="64008" cy="82296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605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tek bir metriğe güvenmiyoruz. LLM klinik bağlamda güçlü ama yanılabilir. Structural + Semantic'in konsensüsü, LLM'in hatalı olduğu durumları yakalamamızı sağlar.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Gap: Üç Kategori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= (Semantic Score - Structural F1) / Structural F1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65176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&lt; 0.2 — Mükemmel Uyum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0.98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0.03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Model hem yapısal hem anlamsal olarak mükemmel. Minor string farklılıkları olabilir ("heart" vs "cardiac").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80160"/>
            <a:ext cx="265176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0.2-0.5 — Format Yanlış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83280" y="17830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0.70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0.36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Model Cardiomegaly'yi tespit etmiş ama "Heart enlargement" yazmış. Synonym kullanımı. Klinik olarak doğru, teknik olarak "yanlış" sayılmış.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280160"/>
            <a:ext cx="26517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612648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&gt; 0.5 — Hallucination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72200" y="178308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0.70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∞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GT: Effusion:present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Pred: Effusion:absent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Model entity'yi bulmuş ama tam tersini söylüyor. En tehlikeli hata tipi!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Metrik Senaryoları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Scenario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0.90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→ Hem teknik hem klinik olarak mükemmel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5176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Scenario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0.70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0.40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→ Doğru şeyleri söylüyor ama yanlış yerde/şekilde. Klinik risk!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05840"/>
            <a:ext cx="265176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141732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0.95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   0.60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LLM:        0.50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→ Format tutmuş ama anlam saçmalıyor (hallucination)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554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0.2 Özel Durumu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Structural: 0.733  |  Semantic: 0.993  |  LLM: ~0.662 (tahmin)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Semantic 0.99 = "kelimeler çok benzer" • Structural 0.73 = "ama yerleşimleri farklı"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LLM 0.66 ne derdi? → "Bu farklar klinik olarak önemli mi değil mi?"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LLM'i göz ardı edersen: "Model %99 doğru" dersin ama belki o %1 severe vs mild hatasıdır!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16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Hata Tipleri ve Değerlendirme Stratejisi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2560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Merged/Split Entity → LLM'e Sor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371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Prompt: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"GT'de Cardiomegaly[mild] ve Effusion[trace] ayrı entity'ler. Pred'de bunlar tek entity'de birleşik. Klinik olarak kabul edilebilir mi?"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LLM Yanıtı: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</a:rPr>
              <a:t>"Evet, her ikisi de kalple ilgili bulgular ve birlikte raporlanabilir.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</a:rPr>
              <a:t>Klinik eşdeğerlik: HIGH"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→ Bu bir hata değil, stil farkı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64008" cy="2560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8"/>
          <p:cNvSpPr/>
          <p:nvPr/>
        </p:nvSpPr>
        <p:spPr>
          <a:xfrm>
            <a:off x="498348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→ Kesin Hata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83480" y="13716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GT: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calcification" (absent)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Pred: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"Severe calcification present" (present)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LLM'e sormaya gerek yok.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Bu kesin çelişki. Kritik hata, underline edilmeli.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931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Hiyerarşik Kullanım: Adım 1 → Structural + Semantic hesapla (hızlı, ucuz) | Adım 2 → Gap analizi | Adım 3 → Gap &lt; 0.2? LLM'e sorma. Gap &gt; 0.4? LLM'e sor. Contradiction? Kesin LLM'e sor.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17 / 18</a:t>
            </a:r>
            <a:endParaRPr lang="en-US" sz="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Hiyerarşik Kullanım Akışı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2286000" cy="320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+ Semantic hesapla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(hızlı, ucuz, deterministik)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600200"/>
            <a:ext cx="365760" cy="365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097280"/>
            <a:ext cx="22860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83280" y="1097280"/>
            <a:ext cx="228600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8"/>
          <p:cNvSpPr/>
          <p:nvPr/>
        </p:nvSpPr>
        <p:spPr>
          <a:xfrm>
            <a:off x="347472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2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74720" y="15087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analizi yap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 - Structural)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00200"/>
            <a:ext cx="365760" cy="365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309360" y="1097280"/>
            <a:ext cx="23774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309360" y="1097280"/>
            <a:ext cx="2377440" cy="3200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0" y="1115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1508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Seçici LLM kullanımı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(sadece gerektiğinde)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008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Ağacı: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40080" y="3246120"/>
            <a:ext cx="2377440" cy="118872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2" name="Text 17"/>
          <p:cNvSpPr/>
          <p:nvPr/>
        </p:nvSpPr>
        <p:spPr>
          <a:xfrm>
            <a:off x="73152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Gap &lt; 0.2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→ LLM'e sorma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Zaten uyumlu, LLM maliyeti gereksiz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3383280" y="3246120"/>
            <a:ext cx="2377440" cy="11887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4" name="Text 19"/>
          <p:cNvSpPr/>
          <p:nvPr/>
        </p:nvSpPr>
        <p:spPr>
          <a:xfrm>
            <a:off x="347472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Gap &gt; 0.4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→ LLM'e sor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Neden bu fark var? Kritik mi?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126480" y="3246120"/>
            <a:ext cx="2377440" cy="11887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6" name="Text 21"/>
          <p:cNvSpPr/>
          <p:nvPr/>
        </p:nvSpPr>
        <p:spPr>
          <a:xfrm>
            <a:off x="621792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Contradiction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→ Kesin LLM'e sor</a:t>
            </a:r>
            <a:endParaRPr lang="en-US" sz="14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Presence uyuşmazlığı var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D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891B2">
              <a:alpha val="8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0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Sonuç ve Önemli Noktalar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sadece F1 skoru hesaplamıyoruz — klinik doğruluğu anlamaya çalışıyoruz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691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Gap = Modelin "anladığını ama yazamadığını" gösterir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31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Field-wise Analysis = Hangi hatalar kritik? (Presence &gt; Location &gt; Finding)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Entity Detection = Yapısal hata analizi ve Recall düşüklüğünün nedeni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Farklı Embedding = Robustness (tek modele güvenmiyoruz, konsensus arıyoruz)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828800" y="4114800"/>
            <a:ext cx="6858000" cy="77724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4206240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331720" y="416052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Sample 0.2: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Structural F1=0.73, Semantic=0.99. Bu "model %27 hata yapıyor" değil,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"model %27'sinde format farklı ama %99'unda bilgi doğru" demektir.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Entity-Level Evaluation: Teknik Detaylar ve Örnekler</dc:title>
  <dc:subject>PptxGenJS Presentation</dc:subject>
  <dc:creator>Entity-Level Evaluation Team</dc:creator>
  <cp:lastModifiedBy>Entity-Level Evaluation Team</cp:lastModifiedBy>
  <cp:revision>1</cp:revision>
  <dcterms:created xsi:type="dcterms:W3CDTF">2026-02-11T19:13:33Z</dcterms:created>
  <dcterms:modified xsi:type="dcterms:W3CDTF">2026-02-11T19:13:33Z</dcterms:modified>
</cp:coreProperties>
</file>